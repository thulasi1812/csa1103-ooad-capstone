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79" r:id="rId7"/>
    <p:sldId id="272" r:id="rId8"/>
    <p:sldId id="261" r:id="rId9"/>
    <p:sldId id="263" r:id="rId10"/>
    <p:sldId id="265" r:id="rId11"/>
    <p:sldId id="266" r:id="rId12"/>
    <p:sldId id="268" r:id="rId13"/>
    <p:sldId id="269" r:id="rId14"/>
    <p:sldId id="271" r:id="rId15"/>
    <p:sldId id="280" r:id="rId16"/>
    <p:sldId id="282" r:id="rId17"/>
    <p:sldId id="281" r:id="rId18"/>
    <p:sldId id="276" r:id="rId19"/>
    <p:sldId id="275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B8E161-74ED-4267-86BC-A009294F3F98}" v="300" dt="2025-11-04T04:33:39.1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DF7F-12B1-B674-F353-8199CECB2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8B25D3-1AD4-7D0B-B55C-533A5B021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37F48-5AF2-3B0F-8757-FC1104026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79D82-EACF-4896-9F8E-64569E8D9FA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D4188-4A37-309B-D878-12395DCD6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C7FED-B8BA-264C-805A-4B43CD537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6FB2-7227-4924-8CA9-08A44E895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770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A77D8-6B35-0C84-5730-816DB8233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3B68C-7AA7-4E04-2F25-12211C9EC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F245F-A1F6-5099-964C-2851A091F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79D82-EACF-4896-9F8E-64569E8D9FA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52D1E-EDA3-E28D-EA8B-5FDB46982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0B8D6-BB3A-9958-2BF9-6A061E741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6FB2-7227-4924-8CA9-08A44E895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196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E6CAA-4B87-BC1F-BB55-B7D776BB6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03E40-5D44-5BA7-9178-C2F55C233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7728C-ED4B-F8D4-AB94-E79B726FA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79D82-EACF-4896-9F8E-64569E8D9FA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7E1F3-2823-4528-DC7D-35FF8F120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5BB6E-360C-ACB2-A9A2-4CF422248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6FB2-7227-4924-8CA9-08A44E895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645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34C36-67BF-4F5C-B16E-9B713EBC1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95651-7B41-B4C1-0C9D-F441BB3863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8B5174-8A4F-990C-DBE9-123C2F656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34B181-1D60-1E70-FA1D-E8E04CCE8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79D82-EACF-4896-9F8E-64569E8D9FA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B1A8D-9A38-8E7D-06B8-C7E588A8F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6414CD-196E-E79B-C7F9-50362F0D9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6FB2-7227-4924-8CA9-08A44E895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078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011DA-5473-7638-D3C3-AF33CA0CF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201AC-495C-8B24-ACB5-343F54EEE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AA45A-F29C-AFA9-E44E-ADF6DA2BC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92457F-F53F-3B5C-2420-7E6411EA9A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801A60-0278-C60F-D5D7-C343FFEE83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0ECBBF-5118-F691-11BD-E29853C3F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79D82-EACF-4896-9F8E-64569E8D9FA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DE5C85-DF14-E03B-5226-3BC5B28BD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C98FA9-C146-016F-D1D6-936917136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6FB2-7227-4924-8CA9-08A44E895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053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BDB1C-4CFA-664C-73E7-FE11F8695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27D44C-B3D7-FB2D-7824-91E106582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79D82-EACF-4896-9F8E-64569E8D9FA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4EC474-C21C-C13F-77AA-5285C4462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FAB8E1-6102-6322-B94B-42B1DDFA3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6FB2-7227-4924-8CA9-08A44E895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323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B0B41F-710C-7BFC-C630-B088D6497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79D82-EACF-4896-9F8E-64569E8D9FA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D7F0D6-A5FE-9070-DF90-D4111EA46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9AE03-FEDF-D75A-1B1A-269B19803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6FB2-7227-4924-8CA9-08A44E895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162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F3950-32FE-ABAA-8D00-9E106A08A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454EB-D8E9-FEF6-2FBA-0F4740A14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034C75-4AB9-288E-8614-229CAA4AD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0416F-2C9C-40E0-FD18-356A5E9FE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79D82-EACF-4896-9F8E-64569E8D9FA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D36AF5-EE77-A352-2071-7043EC46F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3090D-D077-282C-63D1-48BB45C40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6FB2-7227-4924-8CA9-08A44E895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51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CF51E-E9CD-D2E3-C8BF-C314AFDB9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4CB994-C61A-B14B-6BDB-B391C18561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03777-B974-BA87-D224-8E99EE6D6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3D2A56-5002-5321-0FA4-75BD4B58A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79D82-EACF-4896-9F8E-64569E8D9FA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28C311-856D-A9E1-C419-DDAD2FE77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B3735-2E5E-9C43-25C8-E2F887218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6FB2-7227-4924-8CA9-08A44E895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501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7517A-5301-BA64-5FBD-452FBCFCE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81B608-2F94-6774-054D-1BA1E1D27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2EF9C-CCAB-358A-48C0-61C49176C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79D82-EACF-4896-9F8E-64569E8D9FA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76790-8618-689D-BB26-75BC9259D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AAC18-BA25-7A00-8DF3-E02F8D55E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6FB2-7227-4924-8CA9-08A44E895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296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998695-700A-FC1D-CBB7-60479296D1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0E44FC-D630-E572-C86C-6B3C76A20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E52EF-D968-A5E4-0B2A-43C3C6B6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79D82-EACF-4896-9F8E-64569E8D9FA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376D1-BAFD-EDBD-4DC7-A71C3DF5E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CC90B-19E3-E7F9-EA9F-88C4C4FD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6FB2-7227-4924-8CA9-08A44E895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449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BD1B55-E622-7328-D731-57CABC436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70503-0930-CAAB-355C-4D7EE23A6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5BEC4-33B1-CA54-DC46-7CE8C0D8F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279D82-EACF-4896-9F8E-64569E8D9FA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48EBA-9A74-9E4A-79B8-D730E6D56F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6495-4048-812C-A572-636532CA2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B6FB2-7227-4924-8CA9-08A44E895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45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tutorialspoint.com/python/python_classes_object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F3213-F4CA-4A18-DE67-8F20318AAB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1086" y="1843316"/>
            <a:ext cx="9056913" cy="1342567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OOP PRINCIPLES IN DEVELOPING A SPORTS TEAM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40550-BB72-BB88-F2BB-D1BD513857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1086" y="3429000"/>
            <a:ext cx="9056913" cy="932540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CSA1103-Object Oriented Analysis and Design for information system</a:t>
            </a:r>
          </a:p>
        </p:txBody>
      </p:sp>
      <p:pic>
        <p:nvPicPr>
          <p:cNvPr id="4" name="object 6">
            <a:extLst>
              <a:ext uri="{FF2B5EF4-FFF2-40B4-BE49-F238E27FC236}">
                <a16:creationId xmlns:a16="http://schemas.microsoft.com/office/drawing/2014/main" id="{B9044FB3-76B5-E574-0D49-19541F9A7ED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756" y="185771"/>
            <a:ext cx="11103429" cy="14144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D59B0C-E3E0-6B18-1CF3-2AB08740A513}"/>
              </a:ext>
            </a:extLst>
          </p:cNvPr>
          <p:cNvSpPr txBox="1"/>
          <p:nvPr/>
        </p:nvSpPr>
        <p:spPr>
          <a:xfrm>
            <a:off x="8229600" y="4604656"/>
            <a:ext cx="374468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655" algn="ctr">
              <a:lnSpc>
                <a:spcPct val="100000"/>
              </a:lnSpc>
              <a:spcBef>
                <a:spcPts val="780"/>
              </a:spcBef>
            </a:pPr>
            <a:r>
              <a:rPr lang="en-US" b="1" spc="-10" dirty="0">
                <a:latin typeface="Times New Roman"/>
                <a:cs typeface="Times New Roman"/>
              </a:rPr>
              <a:t>PRESENTED BY</a:t>
            </a:r>
            <a:endParaRPr lang="en-US" b="1" dirty="0">
              <a:latin typeface="Times New Roman"/>
              <a:cs typeface="Times New Roman"/>
            </a:endParaRPr>
          </a:p>
          <a:p>
            <a:pPr marL="139700" algn="ctr">
              <a:lnSpc>
                <a:spcPct val="100000"/>
              </a:lnSpc>
              <a:spcBef>
                <a:spcPts val="565"/>
              </a:spcBef>
            </a:pPr>
            <a:r>
              <a:rPr lang="en-US" b="1" dirty="0">
                <a:latin typeface="Times New Roman"/>
                <a:cs typeface="Times New Roman"/>
              </a:rPr>
              <a:t>S.VIDDHIYA SHREE-192421188</a:t>
            </a:r>
          </a:p>
          <a:p>
            <a:pPr marL="127000" algn="ctr">
              <a:lnSpc>
                <a:spcPct val="100000"/>
              </a:lnSpc>
              <a:spcBef>
                <a:spcPts val="550"/>
              </a:spcBef>
            </a:pPr>
            <a:r>
              <a:rPr lang="en-US" b="1" dirty="0">
                <a:latin typeface="Times New Roman"/>
                <a:cs typeface="Times New Roman"/>
              </a:rPr>
              <a:t>I.THULASI-192421032</a:t>
            </a:r>
          </a:p>
          <a:p>
            <a:pPr marL="127000" algn="ctr">
              <a:lnSpc>
                <a:spcPct val="100000"/>
              </a:lnSpc>
              <a:spcBef>
                <a:spcPts val="550"/>
              </a:spcBef>
            </a:pPr>
            <a:r>
              <a:rPr lang="en-US" b="1" dirty="0">
                <a:latin typeface="Times New Roman"/>
                <a:cs typeface="Times New Roman"/>
              </a:rPr>
              <a:t>AKILANDESHWARI-192411106</a:t>
            </a:r>
          </a:p>
          <a:p>
            <a:pPr marL="139700" algn="ctr">
              <a:lnSpc>
                <a:spcPct val="100000"/>
              </a:lnSpc>
              <a:spcBef>
                <a:spcPts val="550"/>
              </a:spcBef>
            </a:pPr>
            <a:r>
              <a:rPr lang="en-US" b="1" dirty="0">
                <a:latin typeface="Times New Roman"/>
                <a:cs typeface="Times New Roman"/>
              </a:rPr>
              <a:t>Department of</a:t>
            </a:r>
            <a:r>
              <a:rPr lang="en-US" b="1" spc="500" dirty="0">
                <a:latin typeface="Times New Roman"/>
                <a:cs typeface="Times New Roman"/>
              </a:rPr>
              <a:t> IT&amp; CSE</a:t>
            </a:r>
            <a:endParaRPr lang="en-US" b="1" dirty="0">
              <a:latin typeface="Times New Roman"/>
              <a:cs typeface="Times New Roman"/>
            </a:endParaRP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79E5F9-2AD5-1CFF-6210-DC4D2F7636E1}"/>
              </a:ext>
            </a:extLst>
          </p:cNvPr>
          <p:cNvSpPr txBox="1"/>
          <p:nvPr/>
        </p:nvSpPr>
        <p:spPr>
          <a:xfrm>
            <a:off x="0" y="4604656"/>
            <a:ext cx="4158343" cy="1261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1281430">
              <a:lnSpc>
                <a:spcPct val="121800"/>
              </a:lnSpc>
              <a:spcBef>
                <a:spcPts val="150"/>
              </a:spcBef>
            </a:pP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. R. DHANALAKSHMI (Professor)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Mrs.S.SARANIYA(Associate Professor)</a:t>
            </a:r>
            <a:endParaRPr lang="en-US" b="1"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093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84107-B56C-03BD-176B-4CB69763B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171" y="365125"/>
            <a:ext cx="8458200" cy="1228725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05F04-D297-D879-01B5-F9E1F23C4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4113"/>
            <a:ext cx="10254343" cy="428284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 Sports Team Management System using OOP principles.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simplify management of teams, players, coaches, and match schedules.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data reusability, security, and easy maintenance through OOP concepts.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Encapsulation, Inheritance, and Polymorphism in real-world software design.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modular, scalable, and user-friendly software for sports management.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how object relationships improve real-world system modeling.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890967E5-1FCE-174C-CCBF-DD07846BE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252879"/>
            <a:ext cx="1257300" cy="118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Saveetha School of Engineering, Chennai ...">
            <a:extLst>
              <a:ext uri="{FF2B5EF4-FFF2-40B4-BE49-F238E27FC236}">
                <a16:creationId xmlns:a16="http://schemas.microsoft.com/office/drawing/2014/main" id="{B6A97DCF-8DFD-7FBD-AB89-FE99916A1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6640" y="252879"/>
            <a:ext cx="136607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547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90294-849F-6CA3-2AF5-61BED7E5D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50" y="365125"/>
            <a:ext cx="950595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9B7B0-915E-5E6C-20FE-942A05155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942" y="2035629"/>
            <a:ext cx="10395857" cy="4141334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that helps manage all activities related to sports teams in a local league.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team creation, player registration, coach assignments, and match scheduling.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Object-Oriented Programming (OOP) for better design and maintenance.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admin and coaches to efficiently organize and track team performance.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communication and coordination within the sports league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4" name="Picture 6" descr="Saveetha School of Engineering, Chennai ...">
            <a:extLst>
              <a:ext uri="{FF2B5EF4-FFF2-40B4-BE49-F238E27FC236}">
                <a16:creationId xmlns:a16="http://schemas.microsoft.com/office/drawing/2014/main" id="{4CF307E7-F14C-A7BE-EF53-87AA43823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4611" y="230188"/>
            <a:ext cx="136607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aveetha University | Chennai">
            <a:extLst>
              <a:ext uri="{FF2B5EF4-FFF2-40B4-BE49-F238E27FC236}">
                <a16:creationId xmlns:a16="http://schemas.microsoft.com/office/drawing/2014/main" id="{3D960C73-6C6F-8F07-1137-3D63702D9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230188"/>
            <a:ext cx="1257300" cy="118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4312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638DA-F6A1-E0FA-2862-2070378BE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9543" y="365125"/>
            <a:ext cx="6738257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15473-6E15-51CC-0AE2-5D3DBAC16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229" y="1915886"/>
            <a:ext cx="10613571" cy="4505879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player and team data manually is time-consuming and error-prone.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data storage for teams, players, and matches.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Sports Management System provides a digital platform to efficiently manage sports activities, players, and events.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reduce manual errors and paperwork by automating scheduling, registration, and reporting.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manages player registration, team creation, and tournament scheduling digitally.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stores and organizes all player profiles, match results, and performance statistics in a centralized database.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A3B6B30D-DA15-B062-751D-48F482A7C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436234"/>
            <a:ext cx="1257300" cy="118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Saveetha School of Engineering, Chennai ...">
            <a:extLst>
              <a:ext uri="{FF2B5EF4-FFF2-40B4-BE49-F238E27FC236}">
                <a16:creationId xmlns:a16="http://schemas.microsoft.com/office/drawing/2014/main" id="{9D6B8949-1369-F833-7444-286EEC91C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2726" y="413543"/>
            <a:ext cx="136607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2646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1F81B-16F3-4D9D-AB73-BBD2B6290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50" y="365125"/>
            <a:ext cx="8645979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OVEREVIEW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117A0-318F-2604-BC60-47429EDCC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56" y="2024743"/>
            <a:ext cx="10482943" cy="4152220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first step was to identify the needs of users, including players, coaches, and administrators.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1- team and player management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Module 2: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coach &amp; training management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Module 3: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and schedule management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was implemented using standard software development practices.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user-friendly interface was designed for easy navigation by all types of users.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Unit testing was conducted to verify the correctness of individual modules.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Proper technical documentation was prepared to describe the system’s architecture, modules, and database.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85BD78BC-E78F-CF56-6E7B-5E3CE9F97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365125"/>
            <a:ext cx="1257300" cy="118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Saveetha School of Engineering, Chennai ...">
            <a:extLst>
              <a:ext uri="{FF2B5EF4-FFF2-40B4-BE49-F238E27FC236}">
                <a16:creationId xmlns:a16="http://schemas.microsoft.com/office/drawing/2014/main" id="{A4808ABF-F7B0-FCF1-6CF8-B52783CDB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2" y="365125"/>
            <a:ext cx="136607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9834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5B330-C3EE-7D0E-AE44-3E93D49CB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10221686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INDENTIFICATION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DF09D-BF27-A5BF-A83B-0E452A3AB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 Maintenance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Sports events, players, and team details are often recorded manually, leading to data loss, duplication, and errors.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Scheduling Matches and Events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Without automation, scheduling tournaments, practices, and matches can cause conflicts in timing and venue allocation.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Player Performance Tracking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Coaches struggle to track players’ performance statistics over time due to lack of centralized data storage.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Communication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Communication between players, coaches, and organizers is often scattered across multiple platforms, leading to miscommunication.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F3B70374-252B-0A3F-DDC4-B465913F2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49" y="337117"/>
            <a:ext cx="1257300" cy="118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Saveetha School of Engineering, Chennai ...">
            <a:extLst>
              <a:ext uri="{FF2B5EF4-FFF2-40B4-BE49-F238E27FC236}">
                <a16:creationId xmlns:a16="http://schemas.microsoft.com/office/drawing/2014/main" id="{BBA45508-E448-9A9A-337B-869D9832E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0610" y="365125"/>
            <a:ext cx="136607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8227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0D0C5-32DE-3293-99E2-E019E743A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7657" y="365125"/>
            <a:ext cx="7707086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3388EA7-20DF-B901-7108-9D0053E5DA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9106"/>
            <a:ext cx="12192000" cy="5118894"/>
          </a:xfrm>
        </p:spPr>
      </p:pic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A3FB4761-C995-746D-D166-8F1D35F34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413543"/>
            <a:ext cx="1257300" cy="118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Saveetha School of Engineering, Chennai ...">
            <a:extLst>
              <a:ext uri="{FF2B5EF4-FFF2-40B4-BE49-F238E27FC236}">
                <a16:creationId xmlns:a16="http://schemas.microsoft.com/office/drawing/2014/main" id="{7ED71EFE-684E-1CA6-5222-986276D17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5038" y="413543"/>
            <a:ext cx="136607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2030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052D2-F2B5-75A3-50D7-7FF14945C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3857" y="365125"/>
            <a:ext cx="9339942" cy="1325563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 AND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E41A4-B414-9C13-E131-BE9532002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798629" cy="45961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player/team data by using private attributes and get/set methods.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unauthorized access to internal data.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Inheritance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 and Coach classes inherit common attributes (name, age) from Person. Promotes code reuse and reduces redundancy.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Polymorphism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same function name (e.g., show_role()) to behave differently in Player and Coach.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system flexible and extendable for new roles (e.g., Referee, Manager</a:t>
            </a:r>
            <a:r>
              <a:rPr lang="en-US" dirty="0"/>
              <a:t>).</a:t>
            </a:r>
            <a:endParaRPr lang="en-IN" dirty="0"/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27B21560-A98F-1C82-7145-4CBE0CD21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7" y="436234"/>
            <a:ext cx="1257300" cy="118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Saveetha School of Engineering, Chennai ...">
            <a:extLst>
              <a:ext uri="{FF2B5EF4-FFF2-40B4-BE49-F238E27FC236}">
                <a16:creationId xmlns:a16="http://schemas.microsoft.com/office/drawing/2014/main" id="{D042BFE1-7A02-6470-3705-ACC2EDE54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0352" y="413543"/>
            <a:ext cx="136607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9416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45D4C-6801-CD0E-E611-E2DDA010B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focuses on managing all team and player-related data efficiently.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creating, updating, and viewing details of teams and players.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team can have multiple players with specific roles and positions.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module uses OOP principles to organize players and teams as objects.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 is used to protect player details from unauthorized access.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the Coach or Admin to assign players to teams dynamically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3D87BA76-259A-1352-75E8-A6D541E1B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07" y="319741"/>
            <a:ext cx="1257300" cy="118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Saveetha School of Engineering, Chennai ...">
            <a:extLst>
              <a:ext uri="{FF2B5EF4-FFF2-40B4-BE49-F238E27FC236}">
                <a16:creationId xmlns:a16="http://schemas.microsoft.com/office/drawing/2014/main" id="{35FD4E19-608C-2A70-5BE0-2B77C7760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323" y="274357"/>
            <a:ext cx="136607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CB0B3E78-0199-8545-A24B-F7E13AB1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307" y="365125"/>
            <a:ext cx="11691085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TEAM AND PLAYER MANAGEMENT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124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8A82D-521F-8375-3C25-CD84E3C7A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987" y="417046"/>
            <a:ext cx="9288192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</a:t>
            </a:r>
          </a:p>
        </p:txBody>
      </p:sp>
      <p:pic>
        <p:nvPicPr>
          <p:cNvPr id="4" name="Picture 6" descr="Saveetha School of Engineering, Chennai ...">
            <a:extLst>
              <a:ext uri="{FF2B5EF4-FFF2-40B4-BE49-F238E27FC236}">
                <a16:creationId xmlns:a16="http://schemas.microsoft.com/office/drawing/2014/main" id="{9F0E8DB6-E7D9-DAF2-6C66-388FD3792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2165" y="365125"/>
            <a:ext cx="136607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aveetha University | Chennai">
            <a:extLst>
              <a:ext uri="{FF2B5EF4-FFF2-40B4-BE49-F238E27FC236}">
                <a16:creationId xmlns:a16="http://schemas.microsoft.com/office/drawing/2014/main" id="{5784C7AC-76E9-0543-8DAB-4F913A58A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37" y="313070"/>
            <a:ext cx="1257300" cy="118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30E9EC-9A70-2863-C463-051AA5B6E165}"/>
              </a:ext>
            </a:extLst>
          </p:cNvPr>
          <p:cNvSpPr txBox="1"/>
          <p:nvPr/>
        </p:nvSpPr>
        <p:spPr>
          <a:xfrm>
            <a:off x="1393371" y="1915886"/>
            <a:ext cx="5323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F621E0-4CE4-DD07-5918-7F6E334B1CC1}"/>
              </a:ext>
            </a:extLst>
          </p:cNvPr>
          <p:cNvSpPr txBox="1"/>
          <p:nvPr/>
        </p:nvSpPr>
        <p:spPr>
          <a:xfrm>
            <a:off x="7249887" y="1915886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3E68EB1-1F2D-392A-1A78-B0E5406D57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9106"/>
            <a:ext cx="5602083" cy="4351338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5417BB-27BE-8145-CD4E-75935B93AA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514" y="2491027"/>
            <a:ext cx="6716486" cy="400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227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F428-B871-A043-4121-70CB2AFED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486" y="365125"/>
            <a:ext cx="8523514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COACH &amp; TRAINING MANAGEMENT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7D15A-EAB6-1700-6C55-F4A31379B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56" y="2090057"/>
            <a:ext cx="10384973" cy="408690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manages the details of coaches and their assigned training sessions.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focuses on maintaining information about each coach’s experience, expertise, and assigned teams.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Coaches can schedule training sessions for teams or individual players.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connects directly with the Team and Player Management module for data sharing.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uses OOP inheritance, where Coach inherits from a Person base class.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coach can manage multiple teams and plan customized training programs.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6" descr="Saveetha School of Engineering, Chennai ...">
            <a:extLst>
              <a:ext uri="{FF2B5EF4-FFF2-40B4-BE49-F238E27FC236}">
                <a16:creationId xmlns:a16="http://schemas.microsoft.com/office/drawing/2014/main" id="{0575ED51-55FA-DD5B-8C40-D73189D11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323" y="274357"/>
            <a:ext cx="136607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aveetha University | Chennai">
            <a:extLst>
              <a:ext uri="{FF2B5EF4-FFF2-40B4-BE49-F238E27FC236}">
                <a16:creationId xmlns:a16="http://schemas.microsoft.com/office/drawing/2014/main" id="{788BD487-20CC-2D0F-E4A0-0E23F1C5B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230188"/>
            <a:ext cx="1257300" cy="118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9934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6BF0B-7F7E-F8B9-9C15-7AE104868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1729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</a:t>
            </a:r>
          </a:p>
        </p:txBody>
      </p:sp>
      <p:pic>
        <p:nvPicPr>
          <p:cNvPr id="6" name="Picture 6" descr="Saveetha School of Engineering, Chennai ...">
            <a:extLst>
              <a:ext uri="{FF2B5EF4-FFF2-40B4-BE49-F238E27FC236}">
                <a16:creationId xmlns:a16="http://schemas.microsoft.com/office/drawing/2014/main" id="{CC5528F2-C2DC-BFB3-CDCA-EF18D7CEF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323" y="274357"/>
            <a:ext cx="136607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6A03F841-7B31-F437-7381-3F297A331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9444"/>
            <a:ext cx="1257300" cy="118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A4606E-153C-1AA4-87C8-7298FA29CF21}"/>
              </a:ext>
            </a:extLst>
          </p:cNvPr>
          <p:cNvSpPr txBox="1"/>
          <p:nvPr/>
        </p:nvSpPr>
        <p:spPr>
          <a:xfrm>
            <a:off x="1709057" y="1630454"/>
            <a:ext cx="4223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 diagram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5A72D9-252C-E4F5-97B5-B8F21DF31023}"/>
              </a:ext>
            </a:extLst>
          </p:cNvPr>
          <p:cNvSpPr txBox="1"/>
          <p:nvPr/>
        </p:nvSpPr>
        <p:spPr>
          <a:xfrm>
            <a:off x="7576457" y="1630454"/>
            <a:ext cx="5214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9154D46-0F87-712A-6560-4FEB2102B1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2452516"/>
            <a:ext cx="5665719" cy="4351338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E17D0A-4E35-4B0D-EBAA-80781AC48D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412" y="2153674"/>
            <a:ext cx="5825218" cy="401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045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9062-F7AC-D93E-3E97-721D0F7B5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944" y="365125"/>
            <a:ext cx="85344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MATCH AND SCHEDULE MANAGEMENT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3CD7A-D019-9338-DB55-05C0601B5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handles the creation and management of match schedules.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connects with Team and Player Management to assign participating teams.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interacts with Coach and Training Management to avoid timing conflicts.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match includes details such as date, time, venue, and teams involved.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OOP polymorphism to handle different match types (league, knockout, friendly).It automates fixture generation based on team availability.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051AB2AF-4F2F-694D-BD2D-F579B3F8D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365125"/>
            <a:ext cx="1257300" cy="118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Saveetha School of Engineering, Chennai ...">
            <a:extLst>
              <a:ext uri="{FF2B5EF4-FFF2-40B4-BE49-F238E27FC236}">
                <a16:creationId xmlns:a16="http://schemas.microsoft.com/office/drawing/2014/main" id="{BC22647D-16E2-0D4C-0E68-ADB46F7A2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323" y="274357"/>
            <a:ext cx="136607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7744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3AF3C-6F30-39FA-4965-65043662B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58" y="274357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F3B4A948-39D8-402E-2C39-03EBA73C4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64" y="507347"/>
            <a:ext cx="1257300" cy="118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Saveetha School of Engineering, Chennai ...">
            <a:extLst>
              <a:ext uri="{FF2B5EF4-FFF2-40B4-BE49-F238E27FC236}">
                <a16:creationId xmlns:a16="http://schemas.microsoft.com/office/drawing/2014/main" id="{E606EB18-5E5A-CBA0-43E4-FB32D5129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323" y="274357"/>
            <a:ext cx="136607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7311CD-4BA7-EA86-BD4C-150DB852A646}"/>
              </a:ext>
            </a:extLst>
          </p:cNvPr>
          <p:cNvSpPr txBox="1"/>
          <p:nvPr/>
        </p:nvSpPr>
        <p:spPr>
          <a:xfrm>
            <a:off x="1600200" y="1796143"/>
            <a:ext cx="4223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95559B-662D-96E9-36BB-394072B8732C}"/>
              </a:ext>
            </a:extLst>
          </p:cNvPr>
          <p:cNvSpPr txBox="1"/>
          <p:nvPr/>
        </p:nvSpPr>
        <p:spPr>
          <a:xfrm>
            <a:off x="6879771" y="1590168"/>
            <a:ext cx="3788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708F205-756D-75FA-A101-294501984D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98478"/>
            <a:ext cx="5098348" cy="4351338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952B34-2FAA-D6A9-A87C-75CF660C18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194" y="2319363"/>
            <a:ext cx="5923378" cy="405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671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EA5EC-3D29-4D80-CA37-9D22F5F43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365125"/>
            <a:ext cx="10020300" cy="127714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DEFC9-FADF-F73B-D818-56F600067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results: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implementation of the Sports Management System successfully resolves the major issues faced in traditional sports administration.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centralized digital platform for managing players, teams, tournaments, and resources efficiently.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System Updates : Continuously update the system to include new features such as AI-based performance analysis and mobile access.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Training : Provide proper training sessions for coaches, staff, and players to ensure smooth adoption of the system.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6F39D07B-0A29-008F-BABF-E5490500A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34309"/>
            <a:ext cx="1257300" cy="118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Saveetha School of Engineering, Chennai ...">
            <a:extLst>
              <a:ext uri="{FF2B5EF4-FFF2-40B4-BE49-F238E27FC236}">
                <a16:creationId xmlns:a16="http://schemas.microsoft.com/office/drawing/2014/main" id="{ECE6FCBE-E5EF-FDE1-AADB-065030918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0394" y="413543"/>
            <a:ext cx="136607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7468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2AB88-0F64-9236-7897-A942C438A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870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ENGINEERING AND ETHICAL STANDARDS</a:t>
            </a:r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840C44A6-2282-2DAD-6F4B-1D0D17D41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387816"/>
            <a:ext cx="1257300" cy="118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Saveetha School of Engineering, Chennai ...">
            <a:extLst>
              <a:ext uri="{FF2B5EF4-FFF2-40B4-BE49-F238E27FC236}">
                <a16:creationId xmlns:a16="http://schemas.microsoft.com/office/drawing/2014/main" id="{C1F91435-3700-C68E-1D14-C6DCE77AF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2165" y="327151"/>
            <a:ext cx="136607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0588B6C2-01A0-4AAE-FCD3-A3FB8FF93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F8B1C6-9611-0774-D884-61B6DCA6473F}"/>
              </a:ext>
            </a:extLst>
          </p:cNvPr>
          <p:cNvSpPr txBox="1"/>
          <p:nvPr/>
        </p:nvSpPr>
        <p:spPr>
          <a:xfrm>
            <a:off x="544286" y="1728662"/>
            <a:ext cx="1091837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engineering standard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ISO/IEC 25010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Quality: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reliability, usability, and maintainability of the system.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ISO/IEC/IEEE 12207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Lifecycle Process: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structured development, testing, and maintenance procedures.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ISO/IEC 27001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Security Management: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player, coach, and match data from unauthorized access.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Ethical standard: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/ NSPE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of Ethics: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honesty, fairness, and responsibility in engineering.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ISO/IEC 27018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Cloud Data Protection: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ethical handling of personally identifiable information (PII).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80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2460B-77C7-A2FF-F5FE-6DF592D45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145486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ENCOUNTERED AND OVERCOME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95360-D579-4A0F-B710-E3DB2E270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 Complexity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 Managing large volumes of player and event data caused confusion and inconsistency.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Overcome: A centralized database was developed to store and retrieve all data efficiently.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Design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 Users found it difficult to navigate the initial interface.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Overcome: The UI was redesigned with simple menus and user-friendly layouts for easier access.</a:t>
            </a:r>
          </a:p>
          <a:p>
            <a:endParaRPr lang="en-IN" dirty="0"/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EFAF7369-FECF-4CC5-34C8-AF4CBF825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19741"/>
            <a:ext cx="1257300" cy="118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Saveetha School of Engineering, Chennai ...">
            <a:extLst>
              <a:ext uri="{FF2B5EF4-FFF2-40B4-BE49-F238E27FC236}">
                <a16:creationId xmlns:a16="http://schemas.microsoft.com/office/drawing/2014/main" id="{30CF6C27-569A-C3DA-01FE-A30B7D6E7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4823" y="319741"/>
            <a:ext cx="136607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8869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D841D-BE67-F497-5F61-3AAB2B2B1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6CE6C-EC2C-5354-DE3E-D6E31900C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35344" cy="4667250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Ian Sommerville, Software Engineering, 10th Edition, Pearson, 2015.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Balagurusamy, Object-Oriented Programming with C++, 7th Edition, McGraw-Hill, 2018.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Grady Booch, Object-Oriented Analysis and Design with Applications, 3rd Edition, Addison-Wesley, 2007.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Tutorials Point, Python OOP Concepts,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https://www.tutorialspoint.com/python/python_classes_objects.html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GeeksforGeeks, Object-Oriented Programming in Python, https://www.geeksforgeeks.org/python-oops-concepts/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F54930B4-6E91-BCD9-31DA-578A22BA2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64" y="507347"/>
            <a:ext cx="1257300" cy="118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Saveetha School of Engineering, Chennai ...">
            <a:extLst>
              <a:ext uri="{FF2B5EF4-FFF2-40B4-BE49-F238E27FC236}">
                <a16:creationId xmlns:a16="http://schemas.microsoft.com/office/drawing/2014/main" id="{224D413B-17A3-B39B-46A8-49F04B2C5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323" y="274357"/>
            <a:ext cx="136607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2156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10646-7243-D15D-F968-DD407B7A2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42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ENHANCEMENT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A9702-5041-819B-D060-4331B7AEA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3857"/>
            <a:ext cx="10515600" cy="41631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Sports Management System effectively automates various sports-related activities and record keeping.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simplifies player, team, and tournament management through a centralized platform.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a mobile application for instant access to schedules, results, and updates.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AI-based analytics to evaluate player performance and suggest improvements.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70C9A637-ACA7-12C4-E936-5AB040656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64" y="507347"/>
            <a:ext cx="1257300" cy="118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Saveetha School of Engineering, Chennai ...">
            <a:extLst>
              <a:ext uri="{FF2B5EF4-FFF2-40B4-BE49-F238E27FC236}">
                <a16:creationId xmlns:a16="http://schemas.microsoft.com/office/drawing/2014/main" id="{76320360-9DC1-6026-7EBB-7FA45D75E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0765" y="365125"/>
            <a:ext cx="136607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147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BF866-DAB5-C28D-F440-5A354316C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828" y="2166258"/>
            <a:ext cx="10254343" cy="458764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46632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1292</Words>
  <Application>Microsoft Office PowerPoint</Application>
  <PresentationFormat>Widescreen</PresentationFormat>
  <Paragraphs>123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Wingdings</vt:lpstr>
      <vt:lpstr>Office Theme</vt:lpstr>
      <vt:lpstr>APPLICATION OF OOP PRINCIPLES IN DEVELOPING A SPORTS TEAM MANAGEMENT SYSTEM</vt:lpstr>
      <vt:lpstr>ABSTRACT</vt:lpstr>
      <vt:lpstr>INTRODUCTION</vt:lpstr>
      <vt:lpstr>PROJECT OBJECTIVES</vt:lpstr>
      <vt:lpstr>METHODOLOGY OVEREVIEW</vt:lpstr>
      <vt:lpstr>PROBLEM INDENTIFICATION</vt:lpstr>
      <vt:lpstr>LITERATURE REVIEW</vt:lpstr>
      <vt:lpstr>  TOOLS AND METHODS</vt:lpstr>
      <vt:lpstr>MODULE 1: TEAM AND PLAYER MANAGEMENT </vt:lpstr>
      <vt:lpstr>UML DIAGRAM</vt:lpstr>
      <vt:lpstr>MODULE 2: COACH &amp; TRAINING MANAGEMENT</vt:lpstr>
      <vt:lpstr>UML DIAGRAM</vt:lpstr>
      <vt:lpstr>MODULE 3: MATCH AND SCHEDULE MANAGEMENT </vt:lpstr>
      <vt:lpstr>OUTPUT</vt:lpstr>
      <vt:lpstr>RESULT AND RECOMMENDATIONS</vt:lpstr>
      <vt:lpstr>APPLICATIONS OF ENGINEERING AND ETHICAL STANDARDS</vt:lpstr>
      <vt:lpstr>CHALLENGES ENCOUNTERED AND OVERCOME</vt:lpstr>
      <vt:lpstr>REFERENCES</vt:lpstr>
      <vt:lpstr>CONCLUSION &amp; ENHANCEMENT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Thulasi I</dc:creator>
  <cp:lastModifiedBy>Thulasi I</cp:lastModifiedBy>
  <cp:revision>3</cp:revision>
  <dcterms:created xsi:type="dcterms:W3CDTF">2025-10-17T06:52:32Z</dcterms:created>
  <dcterms:modified xsi:type="dcterms:W3CDTF">2025-11-04T04:40:33Z</dcterms:modified>
</cp:coreProperties>
</file>